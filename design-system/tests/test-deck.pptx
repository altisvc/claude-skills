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deal volume</c:v>
                </c:pt>
              </c:strCache>
            </c:strRef>
          </c:tx>
          <c:spPr>
            <a:solidFill>
              <a:srgbClr val="015A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AI / ML</c:v>
                  </c:pt>
                  <c:pt idx="1">
                    <c:v>Fintech</c:v>
                  </c:pt>
                  <c:pt idx="2">
                    <c:v>Health tech</c:v>
                  </c:pt>
                  <c:pt idx="3">
                    <c:v>Infrastructure</c:v>
                  </c:pt>
                  <c:pt idx="4">
                    <c:v>Defense tech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</c:v>
                </c:pt>
                <c:pt idx="1">
                  <c:v>38</c:v>
                </c:pt>
                <c:pt idx="2">
                  <c:v>29</c:v>
                </c:pt>
                <c:pt idx="3">
                  <c:v>24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30F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30F1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A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ALTIS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Altis Test Deck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0690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 Verification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1,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5A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ALTIS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Section 1 — Content slides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15A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ALTIS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0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9167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30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blue (#015AE9) renders correctly on blue slides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30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Tight is the heading font for all slide titles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30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is the body font for bullets and captions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30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footer shows logo, "Confidential", and slide number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30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periods at the end of bullet 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65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ALTIS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30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6565392"/>
            <a:ext cx="11823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30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15A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ALTIS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0F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Market sizing — sector breakdown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11091672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65392"/>
            <a:ext cx="1218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30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0" y="6565392"/>
            <a:ext cx="11823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30F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Altis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Altis Report</dc:title>
  <dc:subject>Altis Research Report</dc:subject>
  <dc:creator>Altis</dc:creator>
  <cp:lastModifiedBy>Altis</cp:lastModifiedBy>
  <cp:revision>1</cp:revision>
  <dcterms:created xsi:type="dcterms:W3CDTF">2026-03-01T21:36:56Z</dcterms:created>
  <dcterms:modified xsi:type="dcterms:W3CDTF">2026-03-01T21:36:56Z</dcterms:modified>
</cp:coreProperties>
</file>